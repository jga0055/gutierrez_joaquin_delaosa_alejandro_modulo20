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Module 20 · Git Journey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18120" y="6446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Alejandro de la Osa · Joaquin Gutierrez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91440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</a:rPr>
              <a:t>The Git Journey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21792" y="1691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Documentation of the Git workflow for the Module 20 web project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" y="2075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Prepared by: Alejandro de la Osa and Joaquin Gutierrez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2743200"/>
            <a:ext cx="5486400" cy="2194560"/>
          </a:xfrm>
          <a:prstGeom prst="roundRect">
            <a:avLst>
              <a:gd name="adj" fmla="val 2500"/>
            </a:avLst>
          </a:prstGeom>
          <a:solidFill>
            <a:srgbClr val="050A1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761488"/>
            <a:ext cx="5449824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862072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" y="286207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3856" y="2862072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3273552"/>
            <a:ext cx="5084064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C:\Users\Usuario\Documents\Modulo 20&gt; git init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Initialized empty Git repository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C:\Users\Usuario\Documents\Modulo 20&gt; git status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branch master · working tree checked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2788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Project: European Travel Guide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03720" y="3337560"/>
            <a:ext cx="438912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400" dirty="0">
                <a:solidFill>
                  <a:srgbClr val="CBD5E1"/>
                </a:solidFill>
              </a:rPr>
              <a:t>Authors: Alejandro de la Osa and Joaquin Gutierrez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GitHub repository: jga0055/Gutierrez_Joaquin_DeLaOsa_Alejandro_Modulo20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Technologies used: HTML5, CSS3 and JavaScript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Final result: a responsive website with linked pages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03720" y="5212080"/>
            <a:ext cx="2514600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13448" y="5312664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site: GitHub Pages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Module 20 · Git Journey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18120" y="6446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Alejandro de la Osa · Joaquin Gutierrez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1. Initialization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Creating the local Git repository before starting version control.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5120640" cy="2926080"/>
          </a:xfrm>
          <a:prstGeom prst="roundRect">
            <a:avLst>
              <a:gd name="adj" fmla="val 1875"/>
            </a:avLst>
          </a:prstGeom>
          <a:solidFill>
            <a:srgbClr val="050A1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527048"/>
            <a:ext cx="5084064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1627632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" y="162763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" y="1627632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039112"/>
            <a:ext cx="4718304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C:\Users\Usuario\Documents\Modulo 20&gt; git init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Initialized empty Git repository in .git/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C:\Users\Usuario\Documents\Modulo 20&gt; git branch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master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1600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Purpose of this stage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46520" y="2148840"/>
            <a:ext cx="457200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500" dirty="0">
                <a:solidFill>
                  <a:srgbClr val="CBD5E1"/>
                </a:solidFill>
              </a:rPr>
              <a:t>Enable Git inside the project folder.</a:t>
            </a:r>
            <a:endParaRPr lang="en-US" sz="1500" dirty="0"/>
          </a:p>
          <a:p>
            <a:r>
              <a:rPr lang="en-US" sz="1500" dirty="0">
                <a:solidFill>
                  <a:srgbClr val="CBD5E1"/>
                </a:solidFill>
              </a:rPr>
              <a:t>Prepare the project version history.</a:t>
            </a:r>
            <a:endParaRPr lang="en-US" sz="1500" dirty="0"/>
          </a:p>
          <a:p>
            <a:r>
              <a:rPr lang="en-US" sz="1500" dirty="0">
                <a:solidFill>
                  <a:srgbClr val="CBD5E1"/>
                </a:solidFill>
              </a:rPr>
              <a:t>Start working from the main master branch.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46520" y="3886200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38BDF8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6248" y="3986784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09560" y="3886200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38BDF8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19288" y="3986784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Module 20 · Git Journey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18120" y="6446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Alejandro de la Osa · Joaquin Gutierrez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2. Tracking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Adding files to the repository and checking the working tree status.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5806440" cy="3977640"/>
          </a:xfrm>
          <a:prstGeom prst="roundRect">
            <a:avLst>
              <a:gd name="adj" fmla="val 1379"/>
            </a:avLst>
          </a:prstGeom>
          <a:solidFill>
            <a:srgbClr val="050A1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435608"/>
            <a:ext cx="5769864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1536192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" y="153619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" y="1536192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1947672"/>
            <a:ext cx="5404104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C:\Users\Usuario\Documents\Modulo 20&gt; git status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Untracked files: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index.html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gastronomia.html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contacto.html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styles.css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script.js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C:\Users\Usuario\Documents\Modulo 20&gt; git add 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C:\Users\Usuario\Documents\Modulo 20&gt; git status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 to be committed: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49440" y="1554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Main project files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995160" y="2057400"/>
            <a:ext cx="434340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400" dirty="0">
                <a:solidFill>
                  <a:srgbClr val="CBD5E1"/>
                </a:solidFill>
              </a:rPr>
              <a:t>index.html: main destinations page.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gastronomia.html: European food page.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contacto.html: travel contact form.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styles.css and script.js: styling and interactivity.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95160" y="4297680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04888" y="4398264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41080" y="429768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0808" y="4398264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Module 20 · Git Journey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18120" y="6446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Alejandro de la Osa · Joaquin Gutierrez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3. Modifying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Evidence of changes, cleanup work and staging control before committing.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5897880" cy="1417320"/>
          </a:xfrm>
          <a:prstGeom prst="roundRect">
            <a:avLst>
              <a:gd name="adj" fmla="val 387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9" name="Image 0" descr="/mnt/data/1f43083b-76ab-4560-8254-e2e7dda1928a.png">    </p:cNvPr>
          <p:cNvPicPr>
            <a:picLocks noChangeAspect="1"/>
          </p:cNvPicPr>
          <p:nvPr/>
        </p:nvPicPr>
        <p:blipFill>
          <a:blip r:embed="rId1"/>
          <a:srcRect l="1689" r="1689" t="0" b="0"/>
          <a:stretch/>
        </p:blipFill>
        <p:spPr>
          <a:xfrm>
            <a:off x="685800" y="1417320"/>
            <a:ext cx="5806440" cy="1325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0372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Recorded commit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949440" y="1874520"/>
            <a:ext cx="43891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300" dirty="0">
                <a:solidFill>
                  <a:srgbClr val="CBD5E1"/>
                </a:solidFill>
              </a:rPr>
              <a:t>Unused files were removed from the repository.</a:t>
            </a:r>
            <a:endParaRPr lang="en-US" sz="1300" dirty="0"/>
          </a:p>
          <a:p>
            <a:r>
              <a:rPr lang="en-US" sz="1300" dirty="0">
                <a:solidFill>
                  <a:srgbClr val="CBD5E1"/>
                </a:solidFill>
              </a:rPr>
              <a:t>The project structure was simplified.</a:t>
            </a:r>
            <a:endParaRPr lang="en-US" sz="1300" dirty="0"/>
          </a:p>
          <a:p>
            <a:r>
              <a:rPr lang="en-US" sz="1300" dirty="0">
                <a:solidFill>
                  <a:srgbClr val="CBD5E1"/>
                </a:solidFill>
              </a:rPr>
              <a:t>The commit records the exact scope of the changes.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3246120"/>
            <a:ext cx="10835640" cy="2057400"/>
          </a:xfrm>
          <a:prstGeom prst="roundRect">
            <a:avLst>
              <a:gd name="adj" fmla="val 2667"/>
            </a:avLst>
          </a:prstGeom>
          <a:solidFill>
            <a:srgbClr val="050A1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4088" y="3264408"/>
            <a:ext cx="10799064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2104" y="3364992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96696" y="336499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61288" y="3364992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6968" y="3776472"/>
            <a:ext cx="10433304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"refactor(contacto): improve structure and remove unused files"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files changed, 1 insertion(+), 539 deletions(-)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mode contacto.html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mode gastronomia.html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mode index.html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mode script.js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mode styles.css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Module 20 · Git Journey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18120" y="6446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Alejandro de la Osa · Joaquin Gutierrez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4. Branch Management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Creating a branch, working separately and merging back into the main branch.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6172200" cy="3977640"/>
          </a:xfrm>
          <a:prstGeom prst="roundRect">
            <a:avLst>
              <a:gd name="adj" fmla="val 1379"/>
            </a:avLst>
          </a:prstGeom>
          <a:solidFill>
            <a:srgbClr val="050A1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1435608"/>
            <a:ext cx="6135624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" y="1536192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6696" y="153619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1288" y="1536192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1947672"/>
            <a:ext cx="5769864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C:\Users\Usuario\Documents\Modulo 20&gt; git checkout -b contacto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Switched to a new branch 'contacto'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C:\Users\Usuario\Documents\Modulo 20&gt; git add contacto.html styles.css script.js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C:\Users\Usuario\Documents\Modulo 20&gt; git commit -m "feat(contacto): add form validation"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C:\Users\Usuario\Documents\Modulo 20&gt; git checkout master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C:\Users\Usuario\Documents\Modulo 20&gt; git merge contacto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69480" y="1417320"/>
            <a:ext cx="4251960" cy="1572768"/>
          </a:xfrm>
          <a:prstGeom prst="roundRect">
            <a:avLst>
              <a:gd name="adj" fmla="val 348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5" name="Image 0" descr="/mnt/data/e38e5df5-bf78-4dc1-ab54-a20440c7d5d1.png">    </p:cNvPr>
          <p:cNvPicPr>
            <a:picLocks noChangeAspect="1"/>
          </p:cNvPicPr>
          <p:nvPr/>
        </p:nvPicPr>
        <p:blipFill>
          <a:blip r:embed="rId1"/>
          <a:srcRect l="0" r="0" t="61" b="61"/>
          <a:stretch/>
        </p:blipFill>
        <p:spPr>
          <a:xfrm>
            <a:off x="7315200" y="1463040"/>
            <a:ext cx="4160520" cy="148132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36092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Branch workflow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7406640" y="3749040"/>
            <a:ext cx="393192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400" dirty="0">
                <a:solidFill>
                  <a:srgbClr val="CBD5E1"/>
                </a:solidFill>
              </a:rPr>
              <a:t>A separate branch was used for focused changes.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A descriptive commit message explains the purpose.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The branch was merged back into master before deployment.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Module 20 · Git Journey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18120" y="6446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Alejandro de la Osa · Joaquin Gutierrez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5. Deployment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Pushing the repository to GitHub and publishing the final site with GitHub Pages.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5989320" cy="1572768"/>
          </a:xfrm>
          <a:prstGeom prst="roundRect">
            <a:avLst>
              <a:gd name="adj" fmla="val 348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9" name="Image 0" descr="/mnt/data/51c9ca3b-6fd1-472e-9f43-64d4a0409cee.png">    </p:cNvPr>
          <p:cNvPicPr>
            <a:picLocks noChangeAspect="1"/>
          </p:cNvPicPr>
          <p:nvPr/>
        </p:nvPicPr>
        <p:blipFill>
          <a:blip r:embed="rId1"/>
          <a:srcRect l="38" r="38" t="0" b="0"/>
          <a:stretch/>
        </p:blipFill>
        <p:spPr>
          <a:xfrm>
            <a:off x="685800" y="1417320"/>
            <a:ext cx="5897880" cy="148132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" y="3383280"/>
            <a:ext cx="5897880" cy="1691640"/>
          </a:xfrm>
          <a:prstGeom prst="roundRect">
            <a:avLst>
              <a:gd name="adj" fmla="val 3243"/>
            </a:avLst>
          </a:prstGeom>
          <a:solidFill>
            <a:srgbClr val="050A14"/>
          </a:solidFill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4088" y="3401568"/>
            <a:ext cx="5861304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2104" y="3502152"/>
            <a:ext cx="100584" cy="1005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96696" y="350215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61288" y="3502152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" y="3913632"/>
            <a:ext cx="5495544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C:\Users\Usuario\Documents\Modulo 20&gt; git push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Enumerating objects: 3, done.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Writing objects: 100% (2/2), done.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https://github.com/jga0055/Gutierrez_Joaquin_DeLaOsa_Alejandro_Modulo20.git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master -&gt; master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708660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Production link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132320" y="2057400"/>
            <a:ext cx="4434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https://jga0055.github.io/Gutierrez_Joaquin_DeLaOsa_Alejandro_Modulo20/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178040" y="3108960"/>
            <a:ext cx="425196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400" dirty="0">
                <a:solidFill>
                  <a:srgbClr val="CBD5E1"/>
                </a:solidFill>
              </a:rPr>
              <a:t>The remote repository was updated successfully.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GitHub Pages serves the project as a public website.</a:t>
            </a:r>
            <a:endParaRPr lang="en-US" sz="1400" dirty="0"/>
          </a:p>
          <a:p>
            <a:r>
              <a:rPr lang="en-US" sz="1400" dirty="0">
                <a:solidFill>
                  <a:srgbClr val="CBD5E1"/>
                </a:solidFill>
              </a:rPr>
              <a:t>The submission includes history, screenshots and a live URL.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178040" y="470916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87768" y="4809744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Module 20 · Git Journey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18120" y="6446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Alejandro de la Osa · Joaquin Gutierrez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Process Summary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Complete workflow used to version, manage and deploy the web project.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566928" cy="5669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5727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2402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Initialize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8328" y="26243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527048" y="1700784"/>
            <a:ext cx="123444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108960" y="1417320"/>
            <a:ext cx="566928" cy="5669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15727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22402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Track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578608" y="26243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· git status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67328" y="1700784"/>
            <a:ext cx="123444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49240" y="1417320"/>
            <a:ext cx="566928" cy="5669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15727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4920" y="22402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Modify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818888" y="26243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management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07608" y="1700784"/>
            <a:ext cx="123444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589520" y="1417320"/>
            <a:ext cx="566928" cy="5669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08392" y="15727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0" y="22402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Branch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059168" y="26243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 · merge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247888" y="1700784"/>
            <a:ext cx="123444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829800" y="1417320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48672" y="15727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555480" y="22402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Deploy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299448" y="26243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· GitHub Pages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1440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Final outcome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14400" y="5074920"/>
            <a:ext cx="98755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The web project was delivered with version control, descriptive commits, file cleanup, branch management and deployment through GitHub Pages.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Module 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Git Journey Presentation</dc:title>
  <dc:subject>Git Journey Presentation</dc:subject>
  <dc:creator>Alejandro de la Osa and Joaquin Gutierrez</dc:creator>
  <cp:lastModifiedBy>Alejandro de la Osa and Joaquin Gutierrez</cp:lastModifiedBy>
  <cp:revision>1</cp:revision>
  <dcterms:created xsi:type="dcterms:W3CDTF">2026-05-13T17:52:11Z</dcterms:created>
  <dcterms:modified xsi:type="dcterms:W3CDTF">2026-05-13T17:52:11Z</dcterms:modified>
</cp:coreProperties>
</file>